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8" r:id="rId2"/>
    <p:sldId id="256" r:id="rId3"/>
    <p:sldId id="257" r:id="rId4"/>
    <p:sldId id="259" r:id="rId5"/>
    <p:sldId id="260" r:id="rId6"/>
    <p:sldId id="261" r:id="rId7"/>
    <p:sldId id="266" r:id="rId8"/>
    <p:sldId id="264" r:id="rId9"/>
    <p:sldId id="265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Roboto Black" panose="02000000000000000000" pitchFamily="2" charset="0"/>
      <p:bold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43313" autoAdjust="0"/>
  </p:normalViewPr>
  <p:slideViewPr>
    <p:cSldViewPr snapToGrid="0">
      <p:cViewPr varScale="1">
        <p:scale>
          <a:sx n="38" d="100"/>
          <a:sy n="38" d="100"/>
        </p:scale>
        <p:origin x="241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8A24D-C751-4CC7-A7D5-2901BAEE3553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44232-ED18-4BDE-8140-3D64078979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828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1й слайд. В этом поле написано то, что я буду говорить.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44232-ED18-4BDE-8140-3D640789793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737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Уважаемая комиссия, (приветствие)… Всем Добрый день! Меня зовут Свиридов Лев, я учусь в Распределенном Лицее НИУ ВШЭ Школа номер 2095 Покровский квартал. И я готов рассказать вам о своем проекте: его цели и задачах которые я выполнил для достижения конечного результата.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44232-ED18-4BDE-8140-3D640789793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249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Целью моего проекта является</a:t>
            </a:r>
            <a:r>
              <a:rPr lang="en-US" dirty="0"/>
              <a:t> </a:t>
            </a:r>
            <a:r>
              <a:rPr lang="ru-RU" dirty="0"/>
              <a:t>создание сайта, который будет являться частичным решением проблемы нехватки верифицированных научных источников в интернете.</a:t>
            </a:r>
            <a:r>
              <a:rPr lang="en-US" dirty="0"/>
              <a:t> </a:t>
            </a:r>
            <a:r>
              <a:rPr lang="ru-RU" dirty="0"/>
              <a:t>Практически у каждого школьника есть доступ во всемирную сеть и именно там большинство из них черпает информацию. Довольно редко мои сверстники задумываются о том, насколько тому сайту, с которого они берут информацию, можно доверять. Тут ясно проглядывается проблема, которая уже была названа мной чуть раньше. Нехватка источников, которым можно доверять, неуверенность в правдивости взятой информации. Но какие же задачи нужно выполнить чтобы достичь заданной цели? Самый главный вопрос – (переключение слайда) как сделать сайт?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44232-ED18-4BDE-8140-3D640789793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166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Самый первый вопрос, который у меня возник касался того, с чего мне начинать. Как будущий программист, разобью весь путь для достижения цели на маленькие задачи. И так, для начала нужно понять Как вообще создаются сайты? </a:t>
            </a:r>
            <a:endParaRPr lang="en-US" dirty="0"/>
          </a:p>
          <a:p>
            <a:r>
              <a:rPr lang="ru-RU" dirty="0"/>
              <a:t>Так как в начале я не владел языками верстки, при помощи своего воображения и чувства прекрасного, экспериментируя с дизайном,  мне удалось воплотить примерный внешний вид сайта на бумаге таким образом, чтобы в первую очередь он нравился мне.(1й пункт для достижения цели – создание макета)(</a:t>
            </a:r>
            <a:r>
              <a:rPr lang="ru-RU" dirty="0" err="1"/>
              <a:t>след.слайд</a:t>
            </a:r>
            <a:r>
              <a:rPr lang="ru-RU" dirty="0"/>
              <a:t>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en-US" dirty="0"/>
          </a:p>
          <a:p>
            <a:r>
              <a:rPr lang="ru-RU" dirty="0"/>
              <a:t>Наверняка есть какой-то набор технологий для изучения, а если и есть, то как наиболее эффективно и </a:t>
            </a:r>
            <a:r>
              <a:rPr lang="ru-RU" dirty="0" err="1"/>
              <a:t>систематизированно</a:t>
            </a:r>
            <a:r>
              <a:rPr lang="ru-RU" dirty="0"/>
              <a:t> получить знания о нем? Сразу слишком много пунктов для выполнения. Применяя метод сравнения во время поиска источников для обучения, я сделал для себя вывод состоящий в том, что наиболее эффективным методом обучения для меня, как человека который только начинает изучать весь стек технологий являются интерактивные курсы, где ученика </a:t>
            </a:r>
            <a:r>
              <a:rPr lang="ru-RU" dirty="0" err="1"/>
              <a:t>подролно</a:t>
            </a:r>
            <a:r>
              <a:rPr lang="ru-RU" dirty="0"/>
              <a:t> проведут через все </a:t>
            </a:r>
            <a:r>
              <a:rPr lang="ru-RU" dirty="0" err="1"/>
              <a:t>началльные</a:t>
            </a:r>
            <a:r>
              <a:rPr lang="ru-RU" dirty="0"/>
              <a:t> этапы обучения верстке и созданию сайта. Но все </a:t>
            </a:r>
            <a:r>
              <a:rPr lang="ru-RU" dirty="0" err="1"/>
              <a:t>вышенсказаное</a:t>
            </a:r>
            <a:r>
              <a:rPr lang="ru-RU" dirty="0"/>
              <a:t> применимо ко многим способам создания сайтов. Воспользовавшись классификацией, я вычленил наиболее распространенные методы создания сайтов, актуальные на данный момент и, с помощью моделирования мысленного эксперимента(представляя примерную структуру сайта), я пришел к выводу что наиболее эффективным способом </a:t>
            </a:r>
            <a:r>
              <a:rPr lang="ru-RU" dirty="0" err="1"/>
              <a:t>созжания</a:t>
            </a:r>
            <a:r>
              <a:rPr lang="ru-RU" dirty="0"/>
              <a:t> является </a:t>
            </a:r>
            <a:r>
              <a:rPr lang="ru-RU" dirty="0" err="1"/>
              <a:t>созжание</a:t>
            </a:r>
            <a:r>
              <a:rPr lang="ru-RU" dirty="0"/>
              <a:t> сайта. с нуля(</a:t>
            </a:r>
            <a:r>
              <a:rPr lang="ru-RU" dirty="0" err="1"/>
              <a:t>след.слайд</a:t>
            </a:r>
            <a:r>
              <a:rPr lang="ru-RU" dirty="0"/>
              <a:t>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44232-ED18-4BDE-8140-3D640789793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292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зарисовки макета мне нужно было начать работать над его воплощением в виде интернет странички.  Экспериментально подтвердив информацию одного из источников(</a:t>
            </a:r>
            <a:r>
              <a:rPr lang="en-US" dirty="0"/>
              <a:t>https://vc.ru/dev/78714-3-sposoba-razrabotki-veb-sayta</a:t>
            </a:r>
            <a:r>
              <a:rPr lang="ru-RU" dirty="0"/>
              <a:t>), и, путем сравнения, выбрав из классификации способов разработки вебсайтов создание с нуля, я пришел к выводу, что для моего проекта наиболее правильным будет создание сайта с нуля т.к это принесет мне больше опыта и понимания в разработке. Но для осуществления этого способа мне нужно изучить основные технологии в веб верстке – </a:t>
            </a:r>
            <a:r>
              <a:rPr lang="ru-RU" dirty="0" err="1"/>
              <a:t>хтмл</a:t>
            </a:r>
            <a:r>
              <a:rPr lang="ru-RU" dirty="0"/>
              <a:t> и </a:t>
            </a:r>
            <a:r>
              <a:rPr lang="ru-RU" dirty="0" err="1"/>
              <a:t>цсс</a:t>
            </a:r>
            <a:r>
              <a:rPr lang="ru-RU" dirty="0"/>
              <a:t>.(</a:t>
            </a:r>
            <a:r>
              <a:rPr lang="ru-RU" dirty="0" err="1"/>
              <a:t>след.слайд</a:t>
            </a:r>
            <a:r>
              <a:rPr lang="ru-RU" dirty="0"/>
              <a:t>.)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44232-ED18-4BDE-8140-3D640789793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65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Опробовав и сравнив все способы обучения веб верстке среди которых литература, видеоуроки, а также сайты в интернете, я пришел к выводу что среди всех способов обучения мне, как новичку подойдут интерактивные обучающие курсы, где я смогу быстро и безболезненно занырнуть в мир верстки.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44232-ED18-4BDE-8140-3D640789793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544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прохождения курсов по верстке </a:t>
            </a:r>
            <a:r>
              <a:rPr lang="ru-RU" dirty="0" err="1"/>
              <a:t>фронтенд</a:t>
            </a:r>
            <a:r>
              <a:rPr lang="ru-RU" dirty="0"/>
              <a:t> части сайта, мне нужно было создать серверную часть, чтобы сделать сайт динамическим. Так как до этого я соприкасался с языком программирования </a:t>
            </a:r>
            <a:r>
              <a:rPr lang="en-US" dirty="0"/>
              <a:t>python </a:t>
            </a:r>
            <a:r>
              <a:rPr lang="ru-RU" dirty="0"/>
              <a:t>то логично было бы реализовать серверную часть сайта на нем. Мной был выбран фреймворк </a:t>
            </a:r>
            <a:r>
              <a:rPr lang="en-US" dirty="0"/>
              <a:t>Django, </a:t>
            </a:r>
            <a:r>
              <a:rPr lang="ru-RU" dirty="0"/>
              <a:t>как наиболее популярный и относительно простой в сравнении с другими похожими проектами. В изучении мне помог сайт </a:t>
            </a:r>
            <a:r>
              <a:rPr lang="en-US" dirty="0" err="1"/>
              <a:t>djangogirls</a:t>
            </a:r>
            <a:r>
              <a:rPr lang="en-US" dirty="0"/>
              <a:t>, </a:t>
            </a:r>
            <a:r>
              <a:rPr lang="ru-RU" dirty="0"/>
              <a:t>так как довольно ясно и непринужденно излагал информацию для моего понимания.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44232-ED18-4BDE-8140-3D640789793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проекте я научился очень многому. И многое здесь не упомянул, но мне кажется результат достигнут и польза получена…(импровизация)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44232-ED18-4BDE-8140-3D640789793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755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44232-ED18-4BDE-8140-3D640789793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823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6F9C6-DC97-4AC7-9419-03035C046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95F753-FFFC-4B63-86AD-A06DDDCE2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9F75E3-2758-4EE8-8B33-93F8319EF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9019DC-3A56-4F99-A209-F4AD31EF3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959DC7-D45D-47BC-A5F2-D54A9733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723037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71753-3E6D-427C-BB29-71AA558A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84D4B5-EE95-4841-B95C-2A05D30ED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049352-5147-410A-ADDA-160A5ACB7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BBAB30-C21E-4BD3-AA9A-766FA963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31C89F-C515-4136-96FA-9C9586A6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9516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53013-406B-4FB9-BE9E-D22909CF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50A1D0-0F39-4DF5-AF85-689BADC48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BA9031-B170-42B2-9886-27DB4F17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EA3603-1070-4805-8F83-3F660FABC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16E971-ADAC-435A-BD07-CA270A8E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930201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EB7E8-55F4-4ED3-93EB-A9992F9AD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A65F77-D306-4038-816A-06E3A1352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716F9A-0730-47D4-94A2-E7A16228C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C936D2-4B7B-41BA-81EB-889F6E53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1C359C-E153-45D4-A7AD-8F3C8081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2C3A0B-46F6-4C8C-BAD1-E52CA2D7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71393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EE279-9A90-450E-AA92-6DE76CAE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48D9DD-A72D-40B0-8201-6DD4EC4C0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F99F57-384A-463C-85E6-504076390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BCE31F-0BB9-4F86-AFCD-312DDFD6A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4B99B9-903F-4EAA-9683-7790F783D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2C00E21-2254-4415-9DA4-44E14190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1836CB-57FF-4E80-9197-A8409683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48D007-72A4-4D6E-9ED3-955F7E3C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142365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E7A00C-D6E5-4D22-A1A2-30B7595B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910F73-C60F-4A76-BA69-CAFBCCD4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A31D3F-1A4F-4E56-8516-639127AC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18ECFE1-E05B-4804-852B-8D16087E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85930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F2BF65-6CB8-4AAF-8712-5FCF609ED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5D54F15-8621-4A57-B020-30661266C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631B6B-7F2A-48F4-B6F0-DD5438EF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81351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1268B7-C500-42B4-B466-16E99677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4FBC84-03AC-4DDD-B97C-F203EB55A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D64C3A-6F79-434B-B1F5-7EA18F0EA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0D7159-E0C2-49CD-A1F5-4FA22047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6BEF1B-78E9-4EAD-95E6-7986D4C6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9C38FB-E4A6-41EC-9285-695D01D7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44806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02F5C-BD13-4A72-B85E-8C0847266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D66D493-B3E6-4A98-A984-9922C74FF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420FF7-7CC3-4196-9525-0A296909B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BCE3B3-CF0D-4EDF-A0D5-4589955F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A3138E-F9FE-4697-B15F-62082936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AB4C31-C7F9-46E5-9031-C2B96B00B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04667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5D3A6-49D2-4ED4-89F8-7B9B910C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CDDD38-3187-4E2B-8D30-46F7C46C0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D0AEBF-CA0B-4AF2-BB9F-41368F145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B38507-8051-42B3-99DC-FC495368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0C89AB-5EC9-49C0-8FCA-295D633E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22742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7BFBEB-5A19-4A30-B47F-60E071EFC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238603-3659-49BD-BA59-6848A42BB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8CD05C-BAE3-44BA-815B-FAE00D728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056C6C-32FF-4A46-A1E8-65264B27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6991C1-1E43-44E3-AADE-506223D1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524866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AFEAB-C58A-4318-97DB-DD5F93BB8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BD42A7-EF67-4F17-A5BC-62D97561D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122046-038E-49BA-96C0-F5D197F25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95A57-2A27-4910-89C7-8E83026F498F}" type="datetimeFigureOut">
              <a:rPr lang="ru-RU" smtClean="0"/>
              <a:t>08.11.2020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F2B898-2581-4E27-B178-C7477B838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4FA5F6-BE4C-4765-81EF-CFCBE6F95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84D51-F843-4510-BAFE-BA3ABA9C3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55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383168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7C938C-A21A-4AD2-BFC1-61327CB6D32B}"/>
              </a:ext>
            </a:extLst>
          </p:cNvPr>
          <p:cNvSpPr txBox="1"/>
          <p:nvPr/>
        </p:nvSpPr>
        <p:spPr>
          <a:xfrm>
            <a:off x="870857" y="2367171"/>
            <a:ext cx="1045028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atin typeface="Roboto Black" panose="02000000000000000000" pitchFamily="2" charset="0"/>
                <a:ea typeface="Roboto Black" panose="02000000000000000000" pitchFamily="2" charset="0"/>
              </a:rPr>
              <a:t>ШКОЛЬНЫЙ САЙТ ПО БИОЛОГИИ</a:t>
            </a:r>
            <a:endParaRPr lang="en-US" sz="66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379141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7C938C-A21A-4AD2-BFC1-61327CB6D32B}"/>
              </a:ext>
            </a:extLst>
          </p:cNvPr>
          <p:cNvSpPr txBox="1"/>
          <p:nvPr/>
        </p:nvSpPr>
        <p:spPr>
          <a:xfrm>
            <a:off x="870857" y="2875002"/>
            <a:ext cx="104502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atin typeface="Roboto Black" panose="02000000000000000000" pitchFamily="2" charset="0"/>
                <a:ea typeface="Roboto Black" panose="02000000000000000000" pitchFamily="2" charset="0"/>
              </a:rPr>
              <a:t>ЦЕЛЬ</a:t>
            </a:r>
            <a:endParaRPr lang="en-US" sz="66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24330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7C938C-A21A-4AD2-BFC1-61327CB6D32B}"/>
              </a:ext>
            </a:extLst>
          </p:cNvPr>
          <p:cNvSpPr txBox="1"/>
          <p:nvPr/>
        </p:nvSpPr>
        <p:spPr>
          <a:xfrm>
            <a:off x="870857" y="2875002"/>
            <a:ext cx="104502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atin typeface="Roboto Black" panose="02000000000000000000" pitchFamily="2" charset="0"/>
                <a:ea typeface="Roboto Black" panose="02000000000000000000" pitchFamily="2" charset="0"/>
              </a:rPr>
              <a:t>КАК?</a:t>
            </a:r>
            <a:endParaRPr lang="en-US" sz="66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63527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7C938C-A21A-4AD2-BFC1-61327CB6D32B}"/>
              </a:ext>
            </a:extLst>
          </p:cNvPr>
          <p:cNvSpPr txBox="1"/>
          <p:nvPr/>
        </p:nvSpPr>
        <p:spPr>
          <a:xfrm>
            <a:off x="870857" y="1147802"/>
            <a:ext cx="104502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atin typeface="Roboto Black" panose="02000000000000000000" pitchFamily="2" charset="0"/>
                <a:ea typeface="Roboto Black" panose="02000000000000000000" pitchFamily="2" charset="0"/>
              </a:rPr>
              <a:t>БЫСТРЫЙ СТАРТ</a:t>
            </a:r>
            <a:endParaRPr lang="en-US" sz="66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26" name="Picture 2" descr="HTML5+CSS3 - Новый этап в развитии веб-технологий">
            <a:extLst>
              <a:ext uri="{FF2B5EF4-FFF2-40B4-BE49-F238E27FC236}">
                <a16:creationId xmlns:a16="http://schemas.microsoft.com/office/drawing/2014/main" id="{AFB5505B-0F32-42F0-8362-77AD77084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441" y="3198186"/>
            <a:ext cx="3765118" cy="251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62910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Яндекс.Практикум - Home | Facebook">
            <a:extLst>
              <a:ext uri="{FF2B5EF4-FFF2-40B4-BE49-F238E27FC236}">
                <a16:creationId xmlns:a16="http://schemas.microsoft.com/office/drawing/2014/main" id="{F40D1601-D38C-4C9A-94F5-3D16EF0AA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340" y="1102638"/>
            <a:ext cx="5481320" cy="548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106B8D-4D3B-4CD4-A305-B17D1FFF891B}"/>
              </a:ext>
            </a:extLst>
          </p:cNvPr>
          <p:cNvSpPr txBox="1"/>
          <p:nvPr/>
        </p:nvSpPr>
        <p:spPr>
          <a:xfrm>
            <a:off x="2707640" y="548640"/>
            <a:ext cx="6776720" cy="11079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66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Я.Практикум</a:t>
            </a:r>
            <a:endParaRPr lang="ru-RU" sz="66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31349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7C938C-A21A-4AD2-BFC1-61327CB6D32B}"/>
              </a:ext>
            </a:extLst>
          </p:cNvPr>
          <p:cNvSpPr txBox="1"/>
          <p:nvPr/>
        </p:nvSpPr>
        <p:spPr>
          <a:xfrm>
            <a:off x="870857" y="2875002"/>
            <a:ext cx="104502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Roboto Black" panose="02000000000000000000" pitchFamily="2" charset="0"/>
                <a:ea typeface="Roboto Black" panose="02000000000000000000" pitchFamily="2" charset="0"/>
              </a:rPr>
              <a:t>DJANGOGIRLS</a:t>
            </a:r>
          </a:p>
        </p:txBody>
      </p:sp>
    </p:spTree>
    <p:extLst>
      <p:ext uri="{BB962C8B-B14F-4D97-AF65-F5344CB8AC3E}">
        <p14:creationId xmlns:p14="http://schemas.microsoft.com/office/powerpoint/2010/main" val="154092490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7C938C-A21A-4AD2-BFC1-61327CB6D32B}"/>
              </a:ext>
            </a:extLst>
          </p:cNvPr>
          <p:cNvSpPr txBox="1"/>
          <p:nvPr/>
        </p:nvSpPr>
        <p:spPr>
          <a:xfrm>
            <a:off x="870857" y="2875002"/>
            <a:ext cx="104502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atin typeface="Roboto Black" panose="02000000000000000000" pitchFamily="2" charset="0"/>
                <a:ea typeface="Roboto Black" panose="02000000000000000000" pitchFamily="2" charset="0"/>
              </a:rPr>
              <a:t>ВЫВОД.</a:t>
            </a:r>
            <a:endParaRPr lang="en-US" sz="66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40438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37961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688</Words>
  <Application>Microsoft Office PowerPoint</Application>
  <PresentationFormat>Широкоэкранный</PresentationFormat>
  <Paragraphs>42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 Light</vt:lpstr>
      <vt:lpstr>Calibri</vt:lpstr>
      <vt:lpstr>Roboto Black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lev</dc:creator>
  <cp:lastModifiedBy>lev</cp:lastModifiedBy>
  <cp:revision>33</cp:revision>
  <dcterms:created xsi:type="dcterms:W3CDTF">2020-10-23T15:41:51Z</dcterms:created>
  <dcterms:modified xsi:type="dcterms:W3CDTF">2020-11-08T19:40:39Z</dcterms:modified>
</cp:coreProperties>
</file>