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5" r:id="rId3"/>
    <p:sldId id="276" r:id="rId4"/>
    <p:sldId id="280" r:id="rId5"/>
    <p:sldId id="27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83" d="100"/>
          <a:sy n="83" d="100"/>
        </p:scale>
        <p:origin x="72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72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1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01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10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79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40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45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01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3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75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61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9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31D35-B0D1-4712-93D2-7B31299D4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7921"/>
            <a:ext cx="12192000" cy="1745839"/>
          </a:xfrm>
        </p:spPr>
        <p:txBody>
          <a:bodyPr>
            <a:normAutofit fontScale="90000"/>
          </a:bodyPr>
          <a:lstStyle/>
          <a:p>
            <a:r>
              <a:rPr lang="ru-RU" sz="3100" b="1" i="1" cap="all" dirty="0">
                <a:latin typeface="+mn-lt"/>
                <a:cs typeface="Times New Roman" panose="02020603050405020304" pitchFamily="18" charset="0"/>
              </a:rPr>
              <a:t>индивидуальный проект / исследование </a:t>
            </a:r>
            <a:br>
              <a:rPr lang="ru-RU" sz="3100" i="1" dirty="0">
                <a:latin typeface="+mn-lt"/>
                <a:cs typeface="Times New Roman" panose="02020603050405020304" pitchFamily="18" charset="0"/>
              </a:rPr>
            </a:br>
            <a:r>
              <a:rPr lang="ru-RU" sz="3100" b="1" i="1" cap="all" dirty="0">
                <a:latin typeface="+mn-lt"/>
                <a:cs typeface="Times New Roman" panose="02020603050405020304" pitchFamily="18" charset="0"/>
              </a:rPr>
              <a:t>на тему:</a:t>
            </a:r>
            <a:br>
              <a:rPr lang="ru-RU" sz="3100" i="1" dirty="0">
                <a:latin typeface="+mn-lt"/>
                <a:cs typeface="Times New Roman" panose="02020603050405020304" pitchFamily="18" charset="0"/>
              </a:rPr>
            </a:br>
            <a:r>
              <a:rPr lang="ru-RU" b="1" cap="all" spc="300" dirty="0">
                <a:latin typeface="+mn-lt"/>
                <a:cs typeface="Times New Roman" panose="02020603050405020304" pitchFamily="18" charset="0"/>
              </a:rPr>
              <a:t>«школьный сайт по биологии»</a:t>
            </a:r>
            <a:endParaRPr lang="ru-RU" spc="3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0750" y="6323952"/>
            <a:ext cx="1710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i="1" dirty="0"/>
              <a:t>МОСКВА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1290" y="3976346"/>
            <a:ext cx="40482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Учащегося 11 «Ф» класса: </a:t>
            </a:r>
          </a:p>
          <a:p>
            <a:pPr indent="457200"/>
            <a:r>
              <a:rPr lang="ru-RU" sz="2000" dirty="0"/>
              <a:t>Свиридова Льва Георгиевича</a:t>
            </a:r>
          </a:p>
          <a:p>
            <a:r>
              <a:rPr lang="ru-RU" sz="2000" b="1" dirty="0"/>
              <a:t>Кураторы проекта: </a:t>
            </a:r>
          </a:p>
          <a:p>
            <a:r>
              <a:rPr lang="ru-RU" sz="2000" b="1" dirty="0"/>
              <a:t>        </a:t>
            </a:r>
            <a:r>
              <a:rPr lang="ru-RU" sz="2000" dirty="0"/>
              <a:t>Гольцов Сергей Николаевич</a:t>
            </a:r>
          </a:p>
          <a:p>
            <a:r>
              <a:rPr lang="ru-RU" sz="2000" dirty="0"/>
              <a:t>        Николаев Виктор Михайлович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6458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600" i="1" cap="all" dirty="0">
                <a:ea typeface="Times New Roman" panose="02020603050405020304" pitchFamily="18" charset="0"/>
              </a:rPr>
              <a:t>ДЕПАРТАМЕНТ ОБРАЗОВАНИЯ ГОРОДА МОСКВЫ</a:t>
            </a:r>
            <a:endParaRPr lang="ru-RU" sz="1600" i="1" dirty="0"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600" i="1" cap="all" dirty="0">
                <a:ea typeface="Times New Roman" panose="02020603050405020304" pitchFamily="18" charset="0"/>
              </a:rPr>
              <a:t>государственное БЮДЖЕТНОЕ ОБЩЕобразовательное учреждение ГОРОДА МОСКВЫ  </a:t>
            </a:r>
          </a:p>
          <a:p>
            <a:pPr algn="ctr">
              <a:spcAft>
                <a:spcPts val="0"/>
              </a:spcAft>
            </a:pPr>
            <a:r>
              <a:rPr lang="ru-RU" sz="1600" i="1" cap="all" dirty="0">
                <a:ea typeface="Times New Roman" panose="02020603050405020304" pitchFamily="18" charset="0"/>
              </a:rPr>
              <a:t>ШКОЛА «ПОКРОВСКИЙ КВАРТАЛ»</a:t>
            </a:r>
            <a:endParaRPr lang="ru-RU" sz="1600" i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2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/>
              <a:t>ЦЕЛЬ И ЗАДАЧИ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1288" y="1226391"/>
            <a:ext cx="11511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>
                <a:solidFill>
                  <a:srgbClr val="C00000"/>
                </a:solidFill>
              </a:rPr>
              <a:t>ЦЕЛЬ</a:t>
            </a:r>
            <a:r>
              <a:rPr lang="ru-RU" sz="3200" dirty="0"/>
              <a:t>: Создать сайт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288" y="2268116"/>
            <a:ext cx="1151125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>
                <a:solidFill>
                  <a:srgbClr val="C00000"/>
                </a:solidFill>
              </a:rPr>
              <a:t>ЗАДАЧИ</a:t>
            </a:r>
            <a:r>
              <a:rPr lang="ru-RU" sz="2800" dirty="0"/>
              <a:t>: 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sz="2200" dirty="0"/>
              <a:t>Узнать основные способы создания сайтов и выбрать тот, который подходит в моем случае.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sz="2200" dirty="0"/>
              <a:t>Разработать шаблон сайта на бумаге.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200" dirty="0"/>
              <a:t>Получить минимальные знания о </a:t>
            </a:r>
            <a:r>
              <a:rPr lang="en-US" sz="2200" dirty="0"/>
              <a:t>frontend </a:t>
            </a:r>
            <a:r>
              <a:rPr lang="ru-RU" sz="2200" dirty="0"/>
              <a:t>разработке для воплощения шаблона в виде веб страницы.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200" dirty="0"/>
              <a:t>Превратить бумажный шаблон в веб страницу при помощи полученных знаний.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200" dirty="0"/>
              <a:t>Изучить веб-фреймворк </a:t>
            </a:r>
            <a:r>
              <a:rPr lang="en-US" sz="2200" dirty="0"/>
              <a:t>Django</a:t>
            </a:r>
            <a:r>
              <a:rPr lang="ru-RU" sz="2200" dirty="0"/>
              <a:t> на таком уровне, который позволит мне создать админ-панель сайта.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200" dirty="0"/>
              <a:t>Соединить </a:t>
            </a:r>
            <a:r>
              <a:rPr lang="en-US" sz="2200" dirty="0"/>
              <a:t>frontend</a:t>
            </a:r>
            <a:r>
              <a:rPr lang="ru-RU" sz="2200" dirty="0"/>
              <a:t> и </a:t>
            </a:r>
            <a:r>
              <a:rPr lang="en-US" sz="2200" dirty="0"/>
              <a:t>backend</a:t>
            </a:r>
            <a:r>
              <a:rPr lang="ru-RU" sz="2200" dirty="0"/>
              <a:t> части сайта в единое веб-приложение.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200" dirty="0"/>
              <a:t>Развернуть веб приложение на хостинге.</a:t>
            </a:r>
          </a:p>
          <a:p>
            <a:endParaRPr lang="ru-RU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7087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/>
              <a:t>МЕТОДЫ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3344" y="1250421"/>
            <a:ext cx="10972801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Задача №1 </a:t>
            </a:r>
            <a:r>
              <a:rPr lang="ru-RU" sz="2000" dirty="0"/>
              <a:t>выполнялась методом анализа научных работ, в которых описаны способы создания сайтов и сравнения этих способов между собой с использованием информации, приведенной в научных работах.</a:t>
            </a:r>
          </a:p>
          <a:p>
            <a:r>
              <a:rPr lang="ru-RU" sz="2000" b="1" dirty="0"/>
              <a:t>Задача №2 </a:t>
            </a:r>
            <a:r>
              <a:rPr lang="ru-RU" sz="2000" dirty="0"/>
              <a:t>выполнялась методом обобщения интерфейсов похожих интернет ресурсов и последующего их моделирования на бумаге.</a:t>
            </a:r>
          </a:p>
          <a:p>
            <a:r>
              <a:rPr lang="ru-RU" sz="2000" b="1" dirty="0"/>
              <a:t>Задача №3 </a:t>
            </a:r>
            <a:r>
              <a:rPr lang="ru-RU" sz="2000" dirty="0"/>
              <a:t>выполнялась методом экспериментирования в интерактивной обучающей среде </a:t>
            </a:r>
            <a:r>
              <a:rPr lang="ru-RU" sz="2000" dirty="0" err="1"/>
              <a:t>Яндекс.Практикум</a:t>
            </a:r>
            <a:r>
              <a:rPr lang="ru-RU" sz="2000" dirty="0"/>
              <a:t>.</a:t>
            </a:r>
          </a:p>
          <a:p>
            <a:r>
              <a:rPr lang="ru-RU" sz="2000" b="1" dirty="0"/>
              <a:t>Задача №4 </a:t>
            </a:r>
            <a:r>
              <a:rPr lang="ru-RU" sz="2000" dirty="0"/>
              <a:t>выполнялась методом тестирования кода, который был написан, основываясь на знаниях, полученных до этого.</a:t>
            </a:r>
          </a:p>
          <a:p>
            <a:r>
              <a:rPr lang="ru-RU" sz="2000" b="1" dirty="0"/>
              <a:t>Задача №5</a:t>
            </a:r>
            <a:r>
              <a:rPr lang="ru-RU" sz="2000" dirty="0"/>
              <a:t> выполнялась методом изучения областей, которые не были затронуты до создания подобного проекта.</a:t>
            </a:r>
          </a:p>
          <a:p>
            <a:r>
              <a:rPr lang="ru-RU" sz="2000" b="1" dirty="0"/>
              <a:t>Задача №6 </a:t>
            </a:r>
            <a:r>
              <a:rPr lang="ru-RU" sz="2000" dirty="0"/>
              <a:t>выполнялась путем экспериментирования во время соединения шаблонов верстки и последующего тестирования полученных результатов.</a:t>
            </a:r>
          </a:p>
          <a:p>
            <a:r>
              <a:rPr lang="ru-RU" sz="2000" b="1" dirty="0"/>
              <a:t>Задача №7 </a:t>
            </a:r>
            <a:r>
              <a:rPr lang="ru-RU" sz="2000" dirty="0"/>
              <a:t>выполнялась методом обобщения  знаний о семействе ОС </a:t>
            </a:r>
            <a:r>
              <a:rPr lang="en-US" sz="2000" dirty="0"/>
              <a:t>Linux</a:t>
            </a:r>
            <a:r>
              <a:rPr lang="ru-RU" sz="2000" dirty="0"/>
              <a:t>,</a:t>
            </a:r>
            <a:r>
              <a:rPr lang="en-US" sz="2000" dirty="0"/>
              <a:t> </a:t>
            </a:r>
            <a:r>
              <a:rPr lang="ru-RU" sz="2000" dirty="0"/>
              <a:t>экспериментирования с конфигурированием удаленного сервера и </a:t>
            </a:r>
            <a:r>
              <a:rPr lang="ru-RU" sz="2000" dirty="0" err="1"/>
              <a:t>последущего</a:t>
            </a:r>
            <a:r>
              <a:rPr lang="ru-RU" sz="2000" dirty="0"/>
              <a:t> тестирования работоспособности сайта.</a:t>
            </a:r>
            <a:endParaRPr lang="ru-RU" sz="2000" b="1" dirty="0"/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65469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/>
              <a:t>ИНФОРМАЦИОННАЯ ПРОРАБОТАННОСТЬ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44853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Какие источники изучали?</a:t>
            </a:r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Какую информацию из них использовали? </a:t>
            </a:r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Что нового узнали?</a:t>
            </a:r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Как это продвинуло вас к достижению цели?</a:t>
            </a:r>
          </a:p>
          <a:p>
            <a:endParaRPr lang="ru-RU" sz="3600" dirty="0"/>
          </a:p>
          <a:p>
            <a:pPr algn="ctr"/>
            <a:r>
              <a:rPr lang="ru-RU" sz="3600" dirty="0"/>
              <a:t>Может быть 2-3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8549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/>
              <a:t>ЗАКЛЮЧЕНИЕ ПО ТЕОРЕТИЧЕСКОЙ ЧАСТИ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434036"/>
            <a:ext cx="11832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Тезис …</a:t>
            </a:r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Тезис …</a:t>
            </a:r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/>
              <a:t>Тезис …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7334" t="36692" r="18934" b="21475"/>
          <a:stretch/>
        </p:blipFill>
        <p:spPr>
          <a:xfrm>
            <a:off x="1987826" y="3485781"/>
            <a:ext cx="9170504" cy="337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050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322</Words>
  <Application>Microsoft Office PowerPoint</Application>
  <PresentationFormat>Широкоэкранный</PresentationFormat>
  <Paragraphs>39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индивидуальный проект / исследование  на тему: «школьный сайт по биологии»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School-687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Ganew</dc:creator>
  <cp:lastModifiedBy>lev</cp:lastModifiedBy>
  <cp:revision>199</cp:revision>
  <dcterms:created xsi:type="dcterms:W3CDTF">2020-09-11T01:39:42Z</dcterms:created>
  <dcterms:modified xsi:type="dcterms:W3CDTF">2020-11-13T19:19:06Z</dcterms:modified>
</cp:coreProperties>
</file>