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9" r:id="rId2"/>
    <p:sldId id="275" r:id="rId3"/>
    <p:sldId id="276" r:id="rId4"/>
    <p:sldId id="280" r:id="rId5"/>
    <p:sldId id="281" r:id="rId6"/>
    <p:sldId id="282" r:id="rId7"/>
    <p:sldId id="283" r:id="rId8"/>
    <p:sldId id="278" r:id="rId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ev" initials="l" lastIdx="1" clrIdx="0">
    <p:extLst>
      <p:ext uri="{19B8F6BF-5375-455C-9EA6-DF929625EA0E}">
        <p15:presenceInfo xmlns:p15="http://schemas.microsoft.com/office/powerpoint/2012/main" userId="lev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159" autoAdjust="0"/>
    <p:restoredTop sz="94660"/>
  </p:normalViewPr>
  <p:slideViewPr>
    <p:cSldViewPr snapToGrid="0">
      <p:cViewPr varScale="1">
        <p:scale>
          <a:sx n="83" d="100"/>
          <a:sy n="83" d="100"/>
        </p:scale>
        <p:origin x="725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B9B3B-45C7-4E10-8D5D-52BA24EC9FDC}" type="datetimeFigureOut">
              <a:rPr lang="ru-RU" smtClean="0"/>
              <a:t>13.11.2020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7F32D-E6F0-46D9-B10A-D19ADD864A7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77272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B9B3B-45C7-4E10-8D5D-52BA24EC9FDC}" type="datetimeFigureOut">
              <a:rPr lang="ru-RU" smtClean="0"/>
              <a:t>13.11.2020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7F32D-E6F0-46D9-B10A-D19ADD864A7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403115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B9B3B-45C7-4E10-8D5D-52BA24EC9FDC}" type="datetimeFigureOut">
              <a:rPr lang="ru-RU" smtClean="0"/>
              <a:t>13.11.2020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7F32D-E6F0-46D9-B10A-D19ADD864A7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380177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B9B3B-45C7-4E10-8D5D-52BA24EC9FDC}" type="datetimeFigureOut">
              <a:rPr lang="ru-RU" smtClean="0"/>
              <a:t>13.11.2020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7F32D-E6F0-46D9-B10A-D19ADD864A7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41018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B9B3B-45C7-4E10-8D5D-52BA24EC9FDC}" type="datetimeFigureOut">
              <a:rPr lang="ru-RU" smtClean="0"/>
              <a:t>13.11.2020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7F32D-E6F0-46D9-B10A-D19ADD864A7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887963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B9B3B-45C7-4E10-8D5D-52BA24EC9FDC}" type="datetimeFigureOut">
              <a:rPr lang="ru-RU" smtClean="0"/>
              <a:t>13.11.2020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7F32D-E6F0-46D9-B10A-D19ADD864A7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4025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B9B3B-45C7-4E10-8D5D-52BA24EC9FDC}" type="datetimeFigureOut">
              <a:rPr lang="ru-RU" smtClean="0"/>
              <a:t>13.11.2020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7F32D-E6F0-46D9-B10A-D19ADD864A7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844553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B9B3B-45C7-4E10-8D5D-52BA24EC9FDC}" type="datetimeFigureOut">
              <a:rPr lang="ru-RU" smtClean="0"/>
              <a:t>13.11.2020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7F32D-E6F0-46D9-B10A-D19ADD864A7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70173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B9B3B-45C7-4E10-8D5D-52BA24EC9FDC}" type="datetimeFigureOut">
              <a:rPr lang="ru-RU" smtClean="0"/>
              <a:t>13.11.2020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7F32D-E6F0-46D9-B10A-D19ADD864A7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75389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B9B3B-45C7-4E10-8D5D-52BA24EC9FDC}" type="datetimeFigureOut">
              <a:rPr lang="ru-RU" smtClean="0"/>
              <a:t>13.11.2020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7F32D-E6F0-46D9-B10A-D19ADD864A7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47511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B9B3B-45C7-4E10-8D5D-52BA24EC9FDC}" type="datetimeFigureOut">
              <a:rPr lang="ru-RU" smtClean="0"/>
              <a:t>13.11.2020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7F32D-E6F0-46D9-B10A-D19ADD864A7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026163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4B9B3B-45C7-4E10-8D5D-52BA24EC9FDC}" type="datetimeFigureOut">
              <a:rPr lang="ru-RU" smtClean="0"/>
              <a:t>13.11.2020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17F32D-E6F0-46D9-B10A-D19ADD864A7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87938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BF31D35-B0D1-4712-93D2-7B31299D43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667921"/>
            <a:ext cx="12192000" cy="1745839"/>
          </a:xfrm>
        </p:spPr>
        <p:txBody>
          <a:bodyPr>
            <a:normAutofit fontScale="90000"/>
          </a:bodyPr>
          <a:lstStyle/>
          <a:p>
            <a:r>
              <a:rPr lang="ru-RU" sz="3100" b="1" i="1" cap="all" dirty="0">
                <a:latin typeface="+mn-lt"/>
                <a:cs typeface="Times New Roman" panose="02020603050405020304" pitchFamily="18" charset="0"/>
              </a:rPr>
              <a:t>индивидуальный проект / исследование </a:t>
            </a:r>
            <a:br>
              <a:rPr lang="ru-RU" sz="3100" i="1" dirty="0">
                <a:latin typeface="+mn-lt"/>
                <a:cs typeface="Times New Roman" panose="02020603050405020304" pitchFamily="18" charset="0"/>
              </a:rPr>
            </a:br>
            <a:r>
              <a:rPr lang="ru-RU" sz="3100" b="1" i="1" cap="all" dirty="0">
                <a:latin typeface="+mn-lt"/>
                <a:cs typeface="Times New Roman" panose="02020603050405020304" pitchFamily="18" charset="0"/>
              </a:rPr>
              <a:t>на тему:</a:t>
            </a:r>
            <a:br>
              <a:rPr lang="ru-RU" sz="3100" i="1" dirty="0">
                <a:latin typeface="+mn-lt"/>
                <a:cs typeface="Times New Roman" panose="02020603050405020304" pitchFamily="18" charset="0"/>
              </a:rPr>
            </a:br>
            <a:r>
              <a:rPr lang="ru-RU" b="1" cap="all" spc="300" dirty="0">
                <a:latin typeface="+mn-lt"/>
                <a:cs typeface="Times New Roman" panose="02020603050405020304" pitchFamily="18" charset="0"/>
              </a:rPr>
              <a:t>«школьный сайт по биологии»</a:t>
            </a:r>
            <a:endParaRPr lang="ru-RU" spc="300" dirty="0">
              <a:latin typeface="+mn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300750" y="6323952"/>
            <a:ext cx="17105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i="1" dirty="0"/>
              <a:t>МОСКВА 2020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1290" y="3976346"/>
            <a:ext cx="4048288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b="1" dirty="0"/>
              <a:t>Учащегося 11 «Ф» класса: </a:t>
            </a:r>
          </a:p>
          <a:p>
            <a:pPr indent="457200"/>
            <a:r>
              <a:rPr lang="ru-RU" sz="2000" dirty="0"/>
              <a:t>Свиридова Льва Георгиевича</a:t>
            </a:r>
          </a:p>
          <a:p>
            <a:r>
              <a:rPr lang="ru-RU" sz="2000" b="1" dirty="0"/>
              <a:t>Кураторы проекта: </a:t>
            </a:r>
          </a:p>
          <a:p>
            <a:r>
              <a:rPr lang="ru-RU" sz="2000" b="1" dirty="0"/>
              <a:t>        </a:t>
            </a:r>
            <a:r>
              <a:rPr lang="ru-RU" sz="2000" dirty="0"/>
              <a:t>Гольцов Сергей Николаевич</a:t>
            </a:r>
          </a:p>
          <a:p>
            <a:r>
              <a:rPr lang="ru-RU" sz="2000" dirty="0"/>
              <a:t>        Николаев Виктор Михайлович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164588"/>
            <a:ext cx="12192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0"/>
              </a:spcAft>
            </a:pPr>
            <a:r>
              <a:rPr lang="ru-RU" sz="1600" i="1" cap="all" dirty="0">
                <a:ea typeface="Times New Roman" panose="02020603050405020304" pitchFamily="18" charset="0"/>
              </a:rPr>
              <a:t>ДЕПАРТАМЕНТ ОБРАЗОВАНИЯ ГОРОДА МОСКВЫ</a:t>
            </a:r>
            <a:endParaRPr lang="ru-RU" sz="1600" i="1" dirty="0">
              <a:ea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ru-RU" sz="1600" i="1" cap="all" dirty="0">
                <a:ea typeface="Times New Roman" panose="02020603050405020304" pitchFamily="18" charset="0"/>
              </a:rPr>
              <a:t>государственное БЮДЖЕТНОЕ ОБЩЕобразовательное учреждение ГОРОДА МОСКВЫ  </a:t>
            </a:r>
          </a:p>
          <a:p>
            <a:pPr algn="ctr">
              <a:spcAft>
                <a:spcPts val="0"/>
              </a:spcAft>
            </a:pPr>
            <a:r>
              <a:rPr lang="ru-RU" sz="1600" i="1" cap="all" dirty="0">
                <a:ea typeface="Times New Roman" panose="02020603050405020304" pitchFamily="18" charset="0"/>
              </a:rPr>
              <a:t>ШКОЛА «ПОКРОВСКИЙ КВАРТАЛ»</a:t>
            </a:r>
            <a:endParaRPr lang="ru-RU" sz="1600" i="1" dirty="0"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460273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0"/>
            <a:ext cx="12192000" cy="7694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ru-RU" sz="4400" b="1" i="1" dirty="0"/>
              <a:t>ЦЕЛЬ И ЗАДАЧИ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311288" y="1226391"/>
            <a:ext cx="1151125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b="1" i="1" dirty="0">
                <a:solidFill>
                  <a:srgbClr val="C00000"/>
                </a:solidFill>
              </a:rPr>
              <a:t>ЦЕЛЬ</a:t>
            </a:r>
            <a:r>
              <a:rPr lang="ru-RU" sz="3200" dirty="0"/>
              <a:t>: Создать сайт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1288" y="2268116"/>
            <a:ext cx="11511257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i="1" dirty="0">
                <a:solidFill>
                  <a:srgbClr val="C00000"/>
                </a:solidFill>
              </a:rPr>
              <a:t>ЗАДАЧИ</a:t>
            </a:r>
            <a:r>
              <a:rPr lang="ru-RU" sz="2800" dirty="0"/>
              <a:t>: </a:t>
            </a:r>
          </a:p>
          <a:p>
            <a:pPr marL="514350" lvl="0" indent="-514350">
              <a:buFont typeface="+mj-lt"/>
              <a:buAutoNum type="arabicParenR"/>
            </a:pPr>
            <a:r>
              <a:rPr lang="ru-RU" sz="2200" dirty="0"/>
              <a:t>Узнать основные способы создания сайтов и выбрать тот, который подходит в моем случае.</a:t>
            </a:r>
          </a:p>
          <a:p>
            <a:pPr marL="514350" lvl="0" indent="-514350">
              <a:buFont typeface="+mj-lt"/>
              <a:buAutoNum type="arabicParenR"/>
            </a:pPr>
            <a:r>
              <a:rPr lang="ru-RU" sz="2200" dirty="0"/>
              <a:t>Разработать шаблон сайта на бумаге.</a:t>
            </a:r>
          </a:p>
          <a:p>
            <a:pPr marL="514350" indent="-514350">
              <a:buFont typeface="+mj-lt"/>
              <a:buAutoNum type="arabicParenR"/>
            </a:pPr>
            <a:r>
              <a:rPr lang="ru-RU" sz="2200" dirty="0"/>
              <a:t>Получить минимальные знания о </a:t>
            </a:r>
            <a:r>
              <a:rPr lang="en-US" sz="2200" dirty="0"/>
              <a:t>frontend </a:t>
            </a:r>
            <a:r>
              <a:rPr lang="ru-RU" sz="2200" dirty="0"/>
              <a:t>разработке для воплощения шаблона в виде веб страницы.</a:t>
            </a:r>
          </a:p>
          <a:p>
            <a:pPr marL="514350" indent="-514350">
              <a:buFont typeface="+mj-lt"/>
              <a:buAutoNum type="arabicParenR"/>
            </a:pPr>
            <a:r>
              <a:rPr lang="ru-RU" sz="2200" dirty="0"/>
              <a:t>Превратить бумажный шаблон в веб страницу при помощи полученных знаний.</a:t>
            </a:r>
          </a:p>
          <a:p>
            <a:pPr marL="514350" indent="-514350">
              <a:buFont typeface="+mj-lt"/>
              <a:buAutoNum type="arabicParenR"/>
            </a:pPr>
            <a:r>
              <a:rPr lang="ru-RU" sz="2200" dirty="0"/>
              <a:t>Изучить веб-фреймворк </a:t>
            </a:r>
            <a:r>
              <a:rPr lang="en-US" sz="2200" dirty="0"/>
              <a:t>Django</a:t>
            </a:r>
            <a:r>
              <a:rPr lang="ru-RU" sz="2200" dirty="0"/>
              <a:t> на таком уровне, который позволит мне создать админ-панель сайта.</a:t>
            </a:r>
          </a:p>
          <a:p>
            <a:pPr marL="514350" indent="-514350">
              <a:buFont typeface="+mj-lt"/>
              <a:buAutoNum type="arabicParenR"/>
            </a:pPr>
            <a:r>
              <a:rPr lang="ru-RU" sz="2200" dirty="0"/>
              <a:t>Соединить </a:t>
            </a:r>
            <a:r>
              <a:rPr lang="en-US" sz="2200" dirty="0"/>
              <a:t>frontend</a:t>
            </a:r>
            <a:r>
              <a:rPr lang="ru-RU" sz="2200" dirty="0"/>
              <a:t> и </a:t>
            </a:r>
            <a:r>
              <a:rPr lang="en-US" sz="2200" dirty="0"/>
              <a:t>backend</a:t>
            </a:r>
            <a:r>
              <a:rPr lang="ru-RU" sz="2200" dirty="0"/>
              <a:t> части сайта в единое веб-приложение.</a:t>
            </a:r>
          </a:p>
          <a:p>
            <a:pPr marL="514350" indent="-514350">
              <a:buFont typeface="+mj-lt"/>
              <a:buAutoNum type="arabicParenR"/>
            </a:pPr>
            <a:r>
              <a:rPr lang="ru-RU" sz="2200" dirty="0"/>
              <a:t>Развернуть веб приложение на хостинге.</a:t>
            </a:r>
          </a:p>
          <a:p>
            <a:endParaRPr lang="ru-RU" dirty="0"/>
          </a:p>
          <a:p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13708799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0"/>
            <a:ext cx="12192000" cy="7694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ru-RU" sz="4400" b="1" i="1" dirty="0"/>
              <a:t>МЕТОДЫ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443344" y="1250421"/>
            <a:ext cx="10972801" cy="55707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/>
              <a:t>Задача №1 </a:t>
            </a:r>
            <a:r>
              <a:rPr lang="ru-RU" sz="2000" dirty="0"/>
              <a:t>выполнялась методом анализа научных работ, в которых описаны способы создания сайтов и сравнения этих способов между собой с использованием информации, приведенной в научных работах.</a:t>
            </a:r>
          </a:p>
          <a:p>
            <a:r>
              <a:rPr lang="ru-RU" sz="2000" b="1" dirty="0"/>
              <a:t>Задача №2 </a:t>
            </a:r>
            <a:r>
              <a:rPr lang="ru-RU" sz="2000" dirty="0"/>
              <a:t>выполнялась методом обобщения интерфейсов похожих интернет ресурсов и последующего их моделирования на бумаге.</a:t>
            </a:r>
          </a:p>
          <a:p>
            <a:r>
              <a:rPr lang="ru-RU" sz="2000" b="1" dirty="0"/>
              <a:t>Задача №3 </a:t>
            </a:r>
            <a:r>
              <a:rPr lang="ru-RU" sz="2000" dirty="0"/>
              <a:t>выполнялась методом экспериментирования в интерактивной обучающей среде </a:t>
            </a:r>
            <a:r>
              <a:rPr lang="ru-RU" sz="2000" dirty="0" err="1"/>
              <a:t>Яндекс.Практикум</a:t>
            </a:r>
            <a:r>
              <a:rPr lang="ru-RU" sz="2000" dirty="0"/>
              <a:t>.</a:t>
            </a:r>
          </a:p>
          <a:p>
            <a:r>
              <a:rPr lang="ru-RU" sz="2000" b="1" dirty="0"/>
              <a:t>Задача №4 </a:t>
            </a:r>
            <a:r>
              <a:rPr lang="ru-RU" sz="2000" dirty="0"/>
              <a:t>выполнялась методом тестирования кода, который был написан, основываясь на знаниях, полученных до этого.</a:t>
            </a:r>
          </a:p>
          <a:p>
            <a:r>
              <a:rPr lang="ru-RU" sz="2000" b="1" dirty="0"/>
              <a:t>Задача №5</a:t>
            </a:r>
            <a:r>
              <a:rPr lang="ru-RU" sz="2000" dirty="0"/>
              <a:t> выполнялась методом изучения областей, которые не были затронуты до создания подобного проекта.</a:t>
            </a:r>
          </a:p>
          <a:p>
            <a:r>
              <a:rPr lang="ru-RU" sz="2000" b="1" dirty="0"/>
              <a:t>Задача №6 </a:t>
            </a:r>
            <a:r>
              <a:rPr lang="ru-RU" sz="2000" dirty="0"/>
              <a:t>выполнялась путем экспериментирования во время соединения шаблонов верстки и последующего тестирования полученных результатов.</a:t>
            </a:r>
          </a:p>
          <a:p>
            <a:r>
              <a:rPr lang="ru-RU" sz="2000" b="1" dirty="0"/>
              <a:t>Задача №7 </a:t>
            </a:r>
            <a:r>
              <a:rPr lang="ru-RU" sz="2000" dirty="0"/>
              <a:t>выполнялась методом анализа своих знаний о семействе ОС </a:t>
            </a:r>
            <a:r>
              <a:rPr lang="en-US" sz="2000" dirty="0"/>
              <a:t>Linux</a:t>
            </a:r>
            <a:r>
              <a:rPr lang="ru-RU" sz="2000" dirty="0"/>
              <a:t>,</a:t>
            </a:r>
            <a:r>
              <a:rPr lang="en-US" sz="2000" dirty="0"/>
              <a:t> </a:t>
            </a:r>
            <a:r>
              <a:rPr lang="ru-RU" sz="2000" dirty="0"/>
              <a:t>экспериментирования с конфигурированием удаленного сервера и </a:t>
            </a:r>
            <a:r>
              <a:rPr lang="ru-RU" sz="2000" dirty="0" err="1"/>
              <a:t>последущего</a:t>
            </a:r>
            <a:r>
              <a:rPr lang="ru-RU" sz="2000" dirty="0"/>
              <a:t> тестирования работоспособности сайта.</a:t>
            </a:r>
            <a:endParaRPr lang="ru-RU" sz="2000" b="1" dirty="0"/>
          </a:p>
          <a:p>
            <a:endParaRPr lang="ru-RU" sz="3600" dirty="0"/>
          </a:p>
        </p:txBody>
      </p:sp>
    </p:spTree>
    <p:extLst>
      <p:ext uri="{BB962C8B-B14F-4D97-AF65-F5344CB8AC3E}">
        <p14:creationId xmlns:p14="http://schemas.microsoft.com/office/powerpoint/2010/main" val="6546957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F98139C0-DA60-48CF-9524-594DA26AFADA}"/>
              </a:ext>
            </a:extLst>
          </p:cNvPr>
          <p:cNvSpPr/>
          <p:nvPr/>
        </p:nvSpPr>
        <p:spPr>
          <a:xfrm>
            <a:off x="-1" y="769441"/>
            <a:ext cx="6095999" cy="608855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0" y="0"/>
            <a:ext cx="12192000" cy="7694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ru-RU" sz="4400" b="1" i="1" dirty="0"/>
              <a:t>ИНФОРМАЦИОННАЯ ПРОРАБОТАННОСТЬ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8F961DD-4C1C-4619-8994-B63F6EF72F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57295"/>
            <a:ext cx="6096000" cy="333453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9512238-958B-4175-952D-57EA716E71C3}"/>
              </a:ext>
            </a:extLst>
          </p:cNvPr>
          <p:cNvSpPr txBox="1"/>
          <p:nvPr/>
        </p:nvSpPr>
        <p:spPr>
          <a:xfrm>
            <a:off x="6095998" y="769441"/>
            <a:ext cx="6095999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3200" dirty="0"/>
              <a:t>Знание основных тегов </a:t>
            </a:r>
            <a:r>
              <a:rPr lang="en-US" sz="3200" dirty="0"/>
              <a:t>HTML5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3200" dirty="0"/>
              <a:t>Структура </a:t>
            </a:r>
            <a:r>
              <a:rPr lang="en-US" sz="3200" dirty="0"/>
              <a:t>HTML </a:t>
            </a:r>
            <a:r>
              <a:rPr lang="ru-RU" sz="3200" dirty="0"/>
              <a:t>документа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3200" dirty="0"/>
              <a:t>Понятие </a:t>
            </a:r>
            <a:r>
              <a:rPr lang="en-US" sz="3200" dirty="0"/>
              <a:t>CSS </a:t>
            </a:r>
            <a:r>
              <a:rPr lang="ru-RU" sz="3200" dirty="0"/>
              <a:t>класса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3200" dirty="0"/>
              <a:t>Основные свойства </a:t>
            </a:r>
            <a:r>
              <a:rPr lang="en-US" sz="3200" dirty="0"/>
              <a:t>CSS3</a:t>
            </a:r>
            <a:endParaRPr lang="ru-RU" sz="3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3200" dirty="0"/>
              <a:t>Различные способы задания стилей элементов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3200" dirty="0"/>
              <a:t>Подключение внешних файлов (шрифты, стили)</a:t>
            </a:r>
          </a:p>
        </p:txBody>
      </p:sp>
    </p:spTree>
    <p:extLst>
      <p:ext uri="{BB962C8B-B14F-4D97-AF65-F5344CB8AC3E}">
        <p14:creationId xmlns:p14="http://schemas.microsoft.com/office/powerpoint/2010/main" val="23854930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0"/>
            <a:ext cx="12192000" cy="7694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ru-RU" sz="4400" b="1" i="1" dirty="0"/>
              <a:t>ИНФОРМАЦИОННАЯ ПРОРАБОТАННОСТЬ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383F1B-6BC2-430A-B83F-1094707859B6}"/>
              </a:ext>
            </a:extLst>
          </p:cNvPr>
          <p:cNvSpPr txBox="1"/>
          <p:nvPr/>
        </p:nvSpPr>
        <p:spPr>
          <a:xfrm>
            <a:off x="4488872" y="769439"/>
            <a:ext cx="7703128" cy="6124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3600" dirty="0"/>
              <a:t>Быстрый поиск нужных тегов </a:t>
            </a:r>
            <a:r>
              <a:rPr lang="en-US" sz="3600" dirty="0"/>
              <a:t>HTML5 </a:t>
            </a:r>
            <a:r>
              <a:rPr lang="ru-RU" sz="3600" dirty="0"/>
              <a:t>и свойств </a:t>
            </a:r>
            <a:r>
              <a:rPr lang="en-US" sz="3600" dirty="0"/>
              <a:t>CSS3</a:t>
            </a:r>
            <a:r>
              <a:rPr lang="ru-RU" sz="3600" dirty="0"/>
              <a:t> с описанием того, что они делают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3600" dirty="0"/>
              <a:t>Образцы использования тегов </a:t>
            </a:r>
            <a:r>
              <a:rPr lang="en-US" sz="3600" dirty="0"/>
              <a:t>HTML5 </a:t>
            </a:r>
            <a:r>
              <a:rPr lang="ru-RU" sz="3600" dirty="0"/>
              <a:t>и свойств </a:t>
            </a:r>
            <a:r>
              <a:rPr lang="en-US" sz="3600" dirty="0"/>
              <a:t>CSS3 c </a:t>
            </a:r>
            <a:r>
              <a:rPr lang="ru-RU" sz="3600" dirty="0"/>
              <a:t>наглядными интерактивными примерами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3600" dirty="0"/>
              <a:t>Поддержка тех или иных тегов и свойств браузерами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3600" dirty="0"/>
              <a:t>Документация по актуальной версии </a:t>
            </a:r>
            <a:r>
              <a:rPr lang="en-US" sz="3600" dirty="0"/>
              <a:t>Django</a:t>
            </a:r>
            <a:r>
              <a:rPr lang="ru-RU" sz="3600" dirty="0"/>
              <a:t> на русском языке</a:t>
            </a:r>
            <a:endParaRPr lang="en-US" sz="3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sz="3200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48C7D29-12FB-4201-B6D4-822D51FDE0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769440"/>
            <a:ext cx="4488873" cy="6084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38939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0"/>
            <a:ext cx="12192000" cy="7694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ru-RU" sz="4400" b="1" i="1" dirty="0"/>
              <a:t>ИНФОРМАЦИОННАЯ ПРОРАБОТАННОСТЬ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28B2175-3EFB-4B7A-B263-2F9B3BE163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69441"/>
            <a:ext cx="4304145" cy="610854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FE18801-F4D9-47A6-A675-9DC4E9C915D5}"/>
              </a:ext>
            </a:extLst>
          </p:cNvPr>
          <p:cNvSpPr txBox="1"/>
          <p:nvPr/>
        </p:nvSpPr>
        <p:spPr>
          <a:xfrm>
            <a:off x="4008582" y="769439"/>
            <a:ext cx="818341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3200" dirty="0"/>
              <a:t>Сравнительные таблицы </a:t>
            </a:r>
            <a:r>
              <a:rPr lang="en-US" sz="3200" dirty="0"/>
              <a:t>CMS </a:t>
            </a:r>
            <a:r>
              <a:rPr lang="ru-RU" sz="3200" dirty="0"/>
              <a:t>и конструкторов</a:t>
            </a:r>
            <a:endParaRPr lang="en-US" sz="3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3200" dirty="0"/>
              <a:t>Определение способов создания сайта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3200" dirty="0"/>
              <a:t>Анализ плюсов и минусов каждого из способов</a:t>
            </a:r>
          </a:p>
        </p:txBody>
      </p:sp>
    </p:spTree>
    <p:extLst>
      <p:ext uri="{BB962C8B-B14F-4D97-AF65-F5344CB8AC3E}">
        <p14:creationId xmlns:p14="http://schemas.microsoft.com/office/powerpoint/2010/main" val="8590975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0"/>
            <a:ext cx="12192000" cy="7694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ru-RU" sz="4400" b="1" i="1" dirty="0"/>
              <a:t>ИНФОРМАЦИОННАЯ ПРОРАБОТАННОСТЬ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9C57D5B-7689-4949-BA58-31387EE84E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769440"/>
            <a:ext cx="5995503" cy="608855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3F51F26-9AB8-4A61-8642-7256FF1AAD52}"/>
              </a:ext>
            </a:extLst>
          </p:cNvPr>
          <p:cNvSpPr txBox="1"/>
          <p:nvPr/>
        </p:nvSpPr>
        <p:spPr>
          <a:xfrm>
            <a:off x="5995502" y="769439"/>
            <a:ext cx="619649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3600" dirty="0"/>
              <a:t>Возможность быстро найти научные работы и статьи по любой тематике</a:t>
            </a:r>
          </a:p>
        </p:txBody>
      </p:sp>
    </p:spTree>
    <p:extLst>
      <p:ext uri="{BB962C8B-B14F-4D97-AF65-F5344CB8AC3E}">
        <p14:creationId xmlns:p14="http://schemas.microsoft.com/office/powerpoint/2010/main" val="38698027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0"/>
            <a:ext cx="12192000" cy="7694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ru-RU" sz="4400" b="1" i="1" dirty="0"/>
              <a:t>ЗАКЛЮЧЕНИЕ ПО ТЕОРЕТИЧЕСКОЙ ЧАСТИ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769441"/>
            <a:ext cx="1219200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36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Цель достигнута – сайт создан.</a:t>
            </a:r>
            <a:endParaRPr lang="ru-RU" sz="36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36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Замыслы проекта соответствуют результатам теоретического исследования – выбран  наиболее эффективный способ создания сайта.</a:t>
            </a:r>
            <a:endParaRPr lang="ru-RU" sz="36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36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На данный момент сайт создан таким, каким он был задуман изначально и размещен на хостинге в интернете. Запланированная функциональность реализована.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36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Практическая часть исследования полностью выполнена – описан процесс создания во всех подробностях.</a:t>
            </a:r>
            <a:endParaRPr lang="ru-RU" sz="36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2160508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672</TotalTime>
  <Words>440</Words>
  <Application>Microsoft Office PowerPoint</Application>
  <PresentationFormat>Широкоэкранный</PresentationFormat>
  <Paragraphs>51</Paragraphs>
  <Slides>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Times New Roman</vt:lpstr>
      <vt:lpstr>Тема Office</vt:lpstr>
      <vt:lpstr>индивидуальный проект / исследование  на тему: «школьный сайт по биологии»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School-687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Ganew</dc:creator>
  <cp:lastModifiedBy>lev</cp:lastModifiedBy>
  <cp:revision>218</cp:revision>
  <dcterms:created xsi:type="dcterms:W3CDTF">2020-09-11T01:39:42Z</dcterms:created>
  <dcterms:modified xsi:type="dcterms:W3CDTF">2020-11-13T21:15:45Z</dcterms:modified>
</cp:coreProperties>
</file>