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5" r:id="rId3"/>
    <p:sldId id="274" r:id="rId4"/>
    <p:sldId id="276" r:id="rId5"/>
    <p:sldId id="280" r:id="rId6"/>
    <p:sldId id="27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72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1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01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79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40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45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01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3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75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61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9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BF31D35-B0D1-4712-93D2-7B31299D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7921"/>
            <a:ext cx="12192000" cy="1745839"/>
          </a:xfrm>
        </p:spPr>
        <p:txBody>
          <a:bodyPr>
            <a:normAutofit fontScale="90000"/>
          </a:bodyPr>
          <a:lstStyle/>
          <a:p>
            <a:r>
              <a:rPr lang="ru-RU" sz="3100" b="1" i="1" cap="all" dirty="0" smtClean="0">
                <a:latin typeface="+mn-lt"/>
                <a:cs typeface="Times New Roman" panose="02020603050405020304" pitchFamily="18" charset="0"/>
              </a:rPr>
              <a:t>индивидуальный проект / исследование </a:t>
            </a:r>
            <a:r>
              <a:rPr lang="ru-RU" sz="3100" i="1" dirty="0">
                <a:latin typeface="+mn-lt"/>
                <a:cs typeface="Times New Roman" panose="02020603050405020304" pitchFamily="18" charset="0"/>
              </a:rPr>
              <a:t/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sz="3100" b="1" i="1" cap="all" dirty="0">
                <a:latin typeface="+mn-lt"/>
                <a:cs typeface="Times New Roman" panose="02020603050405020304" pitchFamily="18" charset="0"/>
              </a:rPr>
              <a:t>на тему:</a:t>
            </a:r>
            <a:r>
              <a:rPr lang="ru-RU" sz="3100" i="1" dirty="0">
                <a:latin typeface="+mn-lt"/>
                <a:cs typeface="Times New Roman" panose="02020603050405020304" pitchFamily="18" charset="0"/>
              </a:rPr>
              <a:t/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b="1" cap="all" spc="300" dirty="0" smtClean="0">
                <a:latin typeface="+mn-lt"/>
                <a:cs typeface="Times New Roman" panose="02020603050405020304" pitchFamily="18" charset="0"/>
              </a:rPr>
              <a:t>«</a:t>
            </a:r>
            <a:r>
              <a:rPr lang="ru-RU" b="1" spc="300" dirty="0" smtClean="0">
                <a:latin typeface="+mn-lt"/>
                <a:cs typeface="Times New Roman" panose="02020603050405020304" pitchFamily="18" charset="0"/>
              </a:rPr>
              <a:t>?</a:t>
            </a:r>
            <a:r>
              <a:rPr lang="ru-RU" b="1" cap="all" spc="300" dirty="0" smtClean="0">
                <a:latin typeface="+mn-lt"/>
                <a:cs typeface="Times New Roman" panose="02020603050405020304" pitchFamily="18" charset="0"/>
              </a:rPr>
              <a:t>»</a:t>
            </a:r>
            <a:endParaRPr lang="ru-RU" spc="3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0750" y="6323952"/>
            <a:ext cx="1710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i="1" dirty="0" smtClean="0"/>
              <a:t>МОСКВА 2020</a:t>
            </a:r>
            <a:endParaRPr lang="ru-RU" sz="20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7901290" y="3976346"/>
            <a:ext cx="35557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Учащегося 11 «?» класса: </a:t>
            </a:r>
          </a:p>
          <a:p>
            <a:pPr indent="457200"/>
            <a:r>
              <a:rPr lang="ru-RU" sz="2000" dirty="0" smtClean="0"/>
              <a:t>Иванова Ивана Ивановича</a:t>
            </a:r>
          </a:p>
          <a:p>
            <a:r>
              <a:rPr lang="ru-RU" sz="2000" b="1" dirty="0" smtClean="0"/>
              <a:t>Куратор проекта: </a:t>
            </a:r>
            <a:endParaRPr lang="ru-RU" sz="2000" b="1" dirty="0"/>
          </a:p>
          <a:p>
            <a:pPr indent="457200"/>
            <a:r>
              <a:rPr lang="ru-RU" sz="2000" dirty="0" smtClean="0"/>
              <a:t>Иванов Иван Иванович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6458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ДЕПАРТАМЕНТ ОБРАЗОВАНИЯ ГОРОДА МОСКВЫ</a:t>
            </a:r>
            <a:endParaRPr lang="ru-RU" sz="1600" i="1" dirty="0" smtClean="0"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государственное БЮДЖЕТНОЕ ОБЩЕобразовательное учреждение ГОРОДА МОСКВЫ  </a:t>
            </a:r>
          </a:p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ШКОЛА «ПОКРОВСКИЙ КВАРТАЛ»</a:t>
            </a:r>
            <a:endParaRPr lang="ru-RU" sz="1600" i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2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ЦЕЛЬ И ЗАДАЧИ</a:t>
            </a:r>
            <a:endParaRPr lang="ru-RU" sz="44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311288" y="1226391"/>
            <a:ext cx="11729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smtClean="0">
                <a:solidFill>
                  <a:srgbClr val="C00000"/>
                </a:solidFill>
              </a:rPr>
              <a:t>ЦЕЛЬ</a:t>
            </a:r>
            <a:r>
              <a:rPr lang="ru-RU" sz="3200" dirty="0" smtClean="0"/>
              <a:t>: формулировка цели …</a:t>
            </a:r>
            <a:endParaRPr lang="ru-RU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265470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solidFill>
                  <a:srgbClr val="C00000"/>
                </a:solidFill>
              </a:rPr>
              <a:t>ЗАДАЧИ</a:t>
            </a:r>
            <a:r>
              <a:rPr lang="ru-RU" sz="2800" dirty="0" smtClean="0"/>
              <a:t>: </a:t>
            </a:r>
          </a:p>
          <a:p>
            <a:r>
              <a:rPr lang="ru-RU" sz="2800" dirty="0" smtClean="0"/>
              <a:t>1) формулировка задачи …</a:t>
            </a:r>
          </a:p>
          <a:p>
            <a:r>
              <a:rPr lang="ru-RU" sz="2800" dirty="0" smtClean="0"/>
              <a:t>2)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3)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4)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5) </a:t>
            </a:r>
          </a:p>
        </p:txBody>
      </p:sp>
    </p:spTree>
    <p:extLst>
      <p:ext uri="{BB962C8B-B14F-4D97-AF65-F5344CB8AC3E}">
        <p14:creationId xmlns:p14="http://schemas.microsoft.com/office/powerpoint/2010/main" val="13708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ГИПОТЕЗА ИССЛЕДОВАНИЯ</a:t>
            </a:r>
            <a:endParaRPr lang="ru-RU" sz="44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79671" y="1792382"/>
            <a:ext cx="118326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 smtClean="0"/>
              <a:t>Только для исследовательских работ!</a:t>
            </a:r>
          </a:p>
          <a:p>
            <a:pPr algn="ctr"/>
            <a:r>
              <a:rPr lang="ru-RU" sz="6000" dirty="0" smtClean="0"/>
              <a:t>Формулируется в виде одного короткого и понятного тезиса! </a:t>
            </a:r>
          </a:p>
        </p:txBody>
      </p:sp>
    </p:spTree>
    <p:extLst>
      <p:ext uri="{BB962C8B-B14F-4D97-AF65-F5344CB8AC3E}">
        <p14:creationId xmlns:p14="http://schemas.microsoft.com/office/powerpoint/2010/main" val="330034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МЕТОДЫ</a:t>
            </a:r>
            <a:endParaRPr lang="ru-RU" sz="44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75398" y="1250421"/>
            <a:ext cx="121166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Задача №1 выполнялась методом …  </a:t>
            </a:r>
          </a:p>
          <a:p>
            <a:r>
              <a:rPr lang="ru-RU" sz="3600" dirty="0" smtClean="0"/>
              <a:t>Задача №2 выполнялась методом …</a:t>
            </a:r>
          </a:p>
          <a:p>
            <a:r>
              <a:rPr lang="ru-RU" sz="3600" dirty="0" smtClean="0"/>
              <a:t>Задача №3 выполнялась методом …</a:t>
            </a:r>
          </a:p>
          <a:p>
            <a:r>
              <a:rPr lang="ru-RU" sz="3600" dirty="0" smtClean="0"/>
              <a:t>Задача №4 выполнялась методом …</a:t>
            </a:r>
          </a:p>
          <a:p>
            <a:r>
              <a:rPr lang="ru-RU" sz="3600" dirty="0"/>
              <a:t>Задача №4</a:t>
            </a:r>
          </a:p>
        </p:txBody>
      </p:sp>
    </p:spTree>
    <p:extLst>
      <p:ext uri="{BB962C8B-B14F-4D97-AF65-F5344CB8AC3E}">
        <p14:creationId xmlns:p14="http://schemas.microsoft.com/office/powerpoint/2010/main" val="65469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ИНФОРМАЦИОННАЯ ПРОРАБОТАННОСТЬ</a:t>
            </a:r>
            <a:endParaRPr lang="ru-RU" sz="44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844853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Какие источники изучали?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Какую информацию из них использовали? 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Что нового узнали?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 это продвинуло вас к достижению </a:t>
            </a:r>
            <a:r>
              <a:rPr lang="ru-RU" sz="3600" dirty="0" smtClean="0"/>
              <a:t>цели?</a:t>
            </a:r>
            <a:endParaRPr lang="ru-RU" sz="3600" dirty="0" smtClean="0"/>
          </a:p>
          <a:p>
            <a:endParaRPr lang="ru-RU" sz="3600" dirty="0"/>
          </a:p>
          <a:p>
            <a:pPr algn="ctr"/>
            <a:r>
              <a:rPr lang="ru-RU" sz="3600" dirty="0" smtClean="0"/>
              <a:t>Может быть 2-3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8549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ЗАКЛЮЧЕНИЕ ПО ТЕОРЕТИЧЕСКОЙ ЧАСТИ</a:t>
            </a:r>
            <a:endParaRPr lang="ru-RU" sz="44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434036"/>
            <a:ext cx="11832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7334" t="36692" r="18934" b="21475"/>
          <a:stretch/>
        </p:blipFill>
        <p:spPr>
          <a:xfrm>
            <a:off x="1987826" y="3485781"/>
            <a:ext cx="9170504" cy="337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0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156</Words>
  <Application>Microsoft Office PowerPoint</Application>
  <PresentationFormat>Широкоэкранный</PresentationFormat>
  <Paragraphs>37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индивидуальный проект / исследование  на тему: «?»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School-687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Ganew</dc:creator>
  <cp:lastModifiedBy>W7</cp:lastModifiedBy>
  <cp:revision>181</cp:revision>
  <dcterms:created xsi:type="dcterms:W3CDTF">2020-09-11T01:39:42Z</dcterms:created>
  <dcterms:modified xsi:type="dcterms:W3CDTF">2020-11-13T14:14:30Z</dcterms:modified>
</cp:coreProperties>
</file>